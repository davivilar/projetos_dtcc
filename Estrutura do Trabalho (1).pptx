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023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50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224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537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886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833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85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1925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756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68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21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C0537-E83E-4531-9456-346638C6979D}" type="datetimeFigureOut">
              <a:rPr lang="pt-BR" smtClean="0"/>
              <a:t>03/09/2013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02EAB-7C99-488E-AA04-A8ACF9682B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76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Estrutura do Trabalho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1844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Definição de Proposta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28870" y="1700808"/>
            <a:ext cx="4114800" cy="4525963"/>
          </a:xfrm>
        </p:spPr>
        <p:txBody>
          <a:bodyPr/>
          <a:lstStyle/>
          <a:p>
            <a:r>
              <a:rPr lang="pt-BR" dirty="0" smtClean="0"/>
              <a:t>Tema / Problema</a:t>
            </a:r>
          </a:p>
          <a:p>
            <a:endParaRPr lang="pt-BR" dirty="0" smtClean="0"/>
          </a:p>
          <a:p>
            <a:r>
              <a:rPr lang="pt-BR" dirty="0" smtClean="0"/>
              <a:t>Objetivos</a:t>
            </a:r>
          </a:p>
          <a:p>
            <a:pPr lvl="1"/>
            <a:r>
              <a:rPr lang="pt-BR" dirty="0" smtClean="0"/>
              <a:t>Objetivo Geral</a:t>
            </a:r>
          </a:p>
          <a:p>
            <a:pPr lvl="1"/>
            <a:r>
              <a:rPr lang="pt-BR" dirty="0" smtClean="0"/>
              <a:t>Objetivos Específicos</a:t>
            </a:r>
          </a:p>
          <a:p>
            <a:pPr lvl="1"/>
            <a:endParaRPr lang="pt-BR" dirty="0"/>
          </a:p>
          <a:p>
            <a:r>
              <a:rPr lang="pt-BR" dirty="0" smtClean="0"/>
              <a:t>Justificativa</a:t>
            </a:r>
          </a:p>
          <a:p>
            <a:pPr marL="457200" lvl="1" indent="0">
              <a:buNone/>
            </a:pP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5231702" y="1801416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>
                <a:latin typeface="Arial Black" pitchFamily="34" charset="0"/>
              </a:rPr>
              <a:t>O quê?</a:t>
            </a:r>
            <a:endParaRPr lang="pt-BR" sz="3600" dirty="0">
              <a:latin typeface="Arial Black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5315340" y="5113784"/>
            <a:ext cx="2148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>
                <a:latin typeface="Arial Black" pitchFamily="34" charset="0"/>
              </a:rPr>
              <a:t>Porquê?</a:t>
            </a:r>
            <a:endParaRPr lang="pt-BR" sz="2800" dirty="0">
              <a:latin typeface="Arial Black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5303710" y="3097560"/>
            <a:ext cx="1904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latin typeface="Arial Black" pitchFamily="34" charset="0"/>
                <a:cs typeface="Arial" pitchFamily="34" charset="0"/>
              </a:rPr>
              <a:t>Pra quê?</a:t>
            </a:r>
            <a:endParaRPr lang="pt-BR" sz="2800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5303710" y="3469785"/>
            <a:ext cx="2263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smtClean="0">
                <a:latin typeface="Arial Black" pitchFamily="34" charset="0"/>
                <a:cs typeface="Arial" pitchFamily="34" charset="0"/>
              </a:rPr>
              <a:t>Pra </a:t>
            </a:r>
            <a:r>
              <a:rPr lang="pt-BR" sz="2800" dirty="0" err="1" smtClean="0">
                <a:latin typeface="Arial Black" pitchFamily="34" charset="0"/>
                <a:cs typeface="Arial" pitchFamily="34" charset="0"/>
              </a:rPr>
              <a:t>quêm</a:t>
            </a:r>
            <a:r>
              <a:rPr lang="pt-BR" sz="2800" dirty="0" smtClean="0">
                <a:latin typeface="Arial Black" pitchFamily="34" charset="0"/>
                <a:cs typeface="Arial" pitchFamily="34" charset="0"/>
              </a:rPr>
              <a:t>?</a:t>
            </a:r>
            <a:endParaRPr lang="pt-BR" sz="2800" dirty="0"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38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Problema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O problema deve ser avaliado seguindo os seguintes aspectos:</a:t>
            </a:r>
          </a:p>
          <a:p>
            <a:endParaRPr lang="pt-BR" dirty="0"/>
          </a:p>
          <a:p>
            <a:r>
              <a:rPr lang="pt-BR" dirty="0" smtClean="0"/>
              <a:t>Viabilidade</a:t>
            </a:r>
            <a:endParaRPr lang="pt-BR" dirty="0"/>
          </a:p>
          <a:p>
            <a:r>
              <a:rPr lang="pt-BR" dirty="0" smtClean="0"/>
              <a:t>Relevância</a:t>
            </a:r>
            <a:endParaRPr lang="pt-BR" dirty="0"/>
          </a:p>
          <a:p>
            <a:r>
              <a:rPr lang="pt-BR" dirty="0" smtClean="0"/>
              <a:t>Novidade</a:t>
            </a:r>
            <a:endParaRPr lang="pt-BR" dirty="0"/>
          </a:p>
          <a:p>
            <a:r>
              <a:rPr lang="pt-BR" dirty="0" smtClean="0"/>
              <a:t>Exequibilidade</a:t>
            </a:r>
            <a:endParaRPr lang="pt-BR" dirty="0"/>
          </a:p>
          <a:p>
            <a:r>
              <a:rPr lang="pt-BR" dirty="0" smtClean="0"/>
              <a:t>Oportunidade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0822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4511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Orientadora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7956375" cy="4372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821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1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A </a:t>
            </a:r>
            <a:r>
              <a:rPr lang="pt-BR" dirty="0"/>
              <a:t>partir de um tema de interesse, desenvolver o processo de </a:t>
            </a:r>
            <a:r>
              <a:rPr lang="pt-BR" dirty="0" smtClean="0"/>
              <a:t>refinamento da </a:t>
            </a:r>
            <a:r>
              <a:rPr lang="pt-BR" dirty="0"/>
              <a:t>questão orientadora , seguindo os passos apresentados no </a:t>
            </a:r>
            <a:r>
              <a:rPr lang="pt-BR" dirty="0" smtClean="0"/>
              <a:t>exemplo anterior: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654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04864"/>
            <a:ext cx="8280920" cy="390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827584" y="692696"/>
            <a:ext cx="104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Exemplo: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267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71600" y="2276872"/>
            <a:ext cx="7355160" cy="2548880"/>
          </a:xfrm>
        </p:spPr>
        <p:txBody>
          <a:bodyPr/>
          <a:lstStyle/>
          <a:p>
            <a:pPr marL="0" indent="0" algn="just">
              <a:buNone/>
            </a:pPr>
            <a:r>
              <a:rPr lang="pt-BR" dirty="0"/>
              <a:t>Selecionar um artigo científico, dissertação ou TCC e identificar </a:t>
            </a:r>
            <a:r>
              <a:rPr lang="pt-BR" dirty="0" smtClean="0"/>
              <a:t>os elementos </a:t>
            </a:r>
            <a:r>
              <a:rPr lang="pt-BR" dirty="0"/>
              <a:t>da estrutura do trabalho: tema, problema, </a:t>
            </a:r>
            <a:r>
              <a:rPr lang="pt-BR" dirty="0" smtClean="0"/>
              <a:t>objetivos, justificativa</a:t>
            </a:r>
            <a:r>
              <a:rPr lang="pt-BR" dirty="0"/>
              <a:t>, metodologia, resultados e </a:t>
            </a:r>
            <a:r>
              <a:rPr lang="pt-BR" dirty="0" smtClean="0"/>
              <a:t>conclusão.</a:t>
            </a:r>
          </a:p>
        </p:txBody>
      </p:sp>
    </p:spTree>
    <p:extLst>
      <p:ext uri="{BB962C8B-B14F-4D97-AF65-F5344CB8AC3E}">
        <p14:creationId xmlns:p14="http://schemas.microsoft.com/office/powerpoint/2010/main" val="297220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01007"/>
          </a:xfrm>
        </p:spPr>
        <p:txBody>
          <a:bodyPr>
            <a:normAutofit/>
          </a:bodyPr>
          <a:lstStyle/>
          <a:p>
            <a:r>
              <a:rPr lang="pt-BR" dirty="0"/>
              <a:t>Entrega da </a:t>
            </a:r>
            <a:r>
              <a:rPr lang="pt-BR" b="1" dirty="0"/>
              <a:t>1ª etapa do TCC </a:t>
            </a:r>
            <a:r>
              <a:rPr lang="pt-BR" dirty="0"/>
              <a:t>(em equipe): trabalho escrito – Tema </a:t>
            </a:r>
            <a:r>
              <a:rPr lang="pt-BR" dirty="0" smtClean="0"/>
              <a:t>e Introdução </a:t>
            </a:r>
            <a:r>
              <a:rPr lang="pt-BR" dirty="0"/>
              <a:t>(problema, objetivos, justificativa</a:t>
            </a:r>
            <a:r>
              <a:rPr lang="pt-BR" dirty="0" smtClean="0"/>
              <a:t>)</a:t>
            </a:r>
          </a:p>
          <a:p>
            <a:endParaRPr lang="pt-BR" dirty="0"/>
          </a:p>
          <a:p>
            <a:r>
              <a:rPr lang="pt-BR" dirty="0"/>
              <a:t>Seminário para a turma da própria classe, apresentando o </a:t>
            </a:r>
            <a:r>
              <a:rPr lang="pt-BR" dirty="0" smtClean="0"/>
              <a:t>trabalho realizado </a:t>
            </a:r>
            <a:r>
              <a:rPr lang="pt-BR" dirty="0"/>
              <a:t>até o momento</a:t>
            </a:r>
          </a:p>
        </p:txBody>
      </p:sp>
    </p:spTree>
    <p:extLst>
      <p:ext uri="{BB962C8B-B14F-4D97-AF65-F5344CB8AC3E}">
        <p14:creationId xmlns:p14="http://schemas.microsoft.com/office/powerpoint/2010/main" val="354801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solidFill>
                  <a:srgbClr val="FF0000"/>
                </a:solidFill>
              </a:rPr>
              <a:t>Sugestão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Fichamento da Pesquisa Bibliográfica: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 smtClean="0"/>
              <a:t>	As </a:t>
            </a:r>
            <a:r>
              <a:rPr lang="pt-BR" dirty="0"/>
              <a:t>fichas permitem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endParaRPr lang="pt-BR" dirty="0"/>
          </a:p>
          <a:p>
            <a:pPr lvl="2"/>
            <a:r>
              <a:rPr lang="pt-BR" dirty="0" smtClean="0"/>
              <a:t>Identificar </a:t>
            </a:r>
            <a:r>
              <a:rPr lang="pt-BR" dirty="0"/>
              <a:t>as obras</a:t>
            </a:r>
          </a:p>
          <a:p>
            <a:pPr lvl="2"/>
            <a:r>
              <a:rPr lang="pt-BR" dirty="0" smtClean="0"/>
              <a:t>Conhecer </a:t>
            </a:r>
            <a:r>
              <a:rPr lang="pt-BR" dirty="0"/>
              <a:t>seu conteúdo</a:t>
            </a:r>
          </a:p>
          <a:p>
            <a:pPr lvl="2"/>
            <a:r>
              <a:rPr lang="pt-BR" dirty="0" smtClean="0"/>
              <a:t>Fazer </a:t>
            </a:r>
            <a:r>
              <a:rPr lang="pt-BR" dirty="0"/>
              <a:t>citações</a:t>
            </a:r>
          </a:p>
          <a:p>
            <a:pPr lvl="2"/>
            <a:r>
              <a:rPr lang="pt-BR" dirty="0" smtClean="0"/>
              <a:t>Analisar </a:t>
            </a:r>
            <a:r>
              <a:rPr lang="pt-BR" dirty="0"/>
              <a:t>o material</a:t>
            </a:r>
          </a:p>
          <a:p>
            <a:pPr lvl="2"/>
            <a:r>
              <a:rPr lang="pt-BR" dirty="0" smtClean="0"/>
              <a:t>Elaborar </a:t>
            </a:r>
            <a:r>
              <a:rPr lang="pt-BR" dirty="0"/>
              <a:t>críticas</a:t>
            </a:r>
          </a:p>
        </p:txBody>
      </p:sp>
    </p:spTree>
    <p:extLst>
      <p:ext uri="{BB962C8B-B14F-4D97-AF65-F5344CB8AC3E}">
        <p14:creationId xmlns:p14="http://schemas.microsoft.com/office/powerpoint/2010/main" val="264185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Cronograma</a:t>
            </a:r>
            <a:endParaRPr lang="pt-B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99490"/>
            <a:ext cx="8802016" cy="3817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690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153</Words>
  <Application>Microsoft Office PowerPoint</Application>
  <PresentationFormat>Apresentação na tela (4:3)</PresentationFormat>
  <Paragraphs>42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Tema do Office</vt:lpstr>
      <vt:lpstr>Estrutura do Trabalho</vt:lpstr>
      <vt:lpstr>Definição de Proposta</vt:lpstr>
      <vt:lpstr>Problema</vt:lpstr>
      <vt:lpstr>Apresentação do PowerPoint</vt:lpstr>
      <vt:lpstr>Questão Orientadora</vt:lpstr>
      <vt:lpstr>Atividade 1</vt:lpstr>
      <vt:lpstr>Apresentação do PowerPoint</vt:lpstr>
      <vt:lpstr>Atividade 2</vt:lpstr>
      <vt:lpstr>Atividade 3</vt:lpstr>
      <vt:lpstr>Sugestão</vt:lpstr>
      <vt:lpstr>Cronograma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do Trabalho</dc:title>
  <dc:creator>Micro professor</dc:creator>
  <cp:lastModifiedBy>UNIESP - SÃO MATEUS</cp:lastModifiedBy>
  <cp:revision>5</cp:revision>
  <dcterms:created xsi:type="dcterms:W3CDTF">2013-08-21T21:12:02Z</dcterms:created>
  <dcterms:modified xsi:type="dcterms:W3CDTF">2013-09-03T23:33:07Z</dcterms:modified>
</cp:coreProperties>
</file>